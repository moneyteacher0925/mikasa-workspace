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관리의 중요성을 이야기합니다.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시간이 주어져도 결과가 다른 이유를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집중을 위한 희생을 이야기합니다.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집중의 시기에는 과감한 선택이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 미션 결과를 피드백합니다.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자주 묻는 질문에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불안감을 해소하고 실행을 독려합니다.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 성과를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성과를 보여주며 동기를 부여합니다.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니즈 창출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니즈가 없는 소비자에게도 팔 수 있는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심리학 기반 마케팅을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5가지 심리를 수강생 상품에 직접 적용하는 워크숍입니다.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이론이 아닌 실전 적용입니다.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 관점의 중요성입니다.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소비자가 원하는 것을 제공해야 매출이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타겟 중심 사고를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취향이 아닌 타겟의 취향으로 판매하라는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광고 실습을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검색광고의 기초를 실습합니다.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운영에 필요한 주문처리와 CS 대응법입니다.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성장 전략을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지속적인 성장을 위한 로드맵을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Ladder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생애가치를 높이는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 성과 발표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4주 과정을 마무리하고 다음 단계를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미션을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과정이 끝나도 지원은 계속됩니다.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인사입니다.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맑은 고딕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스케일업 &amp;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시간 사용법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시간은 누구에게나</a:t>
            </a:r>
            <a:br/>
            <a:r>
              <a:t>똑같이 흐를까?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남들보다 효율적으로! 시간 사용법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4주 지난 지금: 누구는 첫매출, 누구는 스토어도 미개설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시간보다 '오늘 뭘 했는지'가 중요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목표지향적 하루를 보내라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친구는 당분간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모든 일은 목표지향적으로!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방해금지 모드 ON, 전화 무시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가족 밥 OK / 친구 술·여행 NO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돈 벌겠다면서 놀러 다니는 건 모순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당분간의 희생이 미래의 자유를 만든다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미션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3주차 미션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3주차 미션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상세페이지 + 바이럴 글 즉석 리뷰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잘한 사례 공유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삭제당한 글 원인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셀러들의 궁금증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걱정이 앞서</a:t>
            </a:r>
            <a:br/>
            <a:r>
              <a:t>실행이 안 되는 분들께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이 상품 안 팔리면 어떡하죠?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경쟁사 신고? → 오히려 좋아! 위협됐다는 증거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안 팔리면? → 다음 상품! 재고 없잖아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먼저 걱정해도 나아지는 게 없다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실행이 답이다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동기부여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수강생 성과 공유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이게 되는구나!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수강생 성과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4주 동안 매출 나온 수강생 사례 발표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이게 되는구나를 직접 보여주기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아직 안 나온 사람 → 즉석 진단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트레이닝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필요 없는 소비자한테</a:t>
            </a:r>
            <a:br/>
            <a:r>
              <a:t>파는 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필요로 하지 않는 소비자에게 판매하는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지금 필요 없지만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필요성을 느끼게 해주고 파는 방법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니즈를 만들어내는 것이 진짜 마케팅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제로의 심리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제로의 심리</a:t>
            </a:r>
            <a:br/>
            <a:r>
              <a:t>5가지 실전 적용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제로의 심리 실전 워크숍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1. 당위성 — 사야 할 이유 만들기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2. 결핍성 — 한정, 희소성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3. 기발성 — 눈에 띄는 차별화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4. 시급성 — 지금 안 사면 손해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5. 비교성 — 경쟁 상품 대비 우위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즉석 워크숍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내 상품에 결핍성을 넣으려면?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시급성을 만들려면?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상품으로 직접 적용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내가 원한 건 라면</a:t>
            </a:r>
            <a:br/>
            <a:r>
              <a:t>엄마가 원한 건</a:t>
            </a:r>
            <a:br/>
            <a:r>
              <a:t>건강한 아들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그들이 원하는 걸 주고 돈벌기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소비자가 원하는 게 옳지 않더라도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그걸 줘야 돈이 된다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판매자의 가치관 ≠ 소비자의 욕구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 중심으로 사고하라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나한테 중요한 건</a:t>
            </a:r>
            <a:br/>
            <a:r>
              <a:t>중요한 게 아니야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타겟의 취향으로 팔아라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나는 제육볶음 좋아하지만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여대 앞이면 마라탕/떡볶이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내 취향이 아니라 타겟의 취향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타겟 중심 사고가 매출을 만든다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광고 &amp; 운영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네이버 쇼핑</a:t>
            </a:r>
            <a:br/>
            <a:r>
              <a:t>검색광고 기초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네이버 쇼핑 검색광고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계정 세팅 → 쇼핑검색 광고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입찰가 → 예산 (하루 5,000원부터)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ROAS 개념 이해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광고 없이도 되지만, 걸면 속도↑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주문처리 + CS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위탁 주문 → 도매처 발주 프로세스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CS 템플릿: 배송 / 교환 / 환불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리뷰 관리법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톡톡 활용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스케일업 로드맵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스케일업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상품 확장: 10 → 50 → 100개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잘 팔리는 패턴으로 유사 확장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쿠팡 추가 진출 (다음 퍼널)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외주화 / 시스템화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Value Ladder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고객 1명에게</a:t>
            </a:r>
            <a:br/>
            <a:r>
              <a:t>여러 번 팔아라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Value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무료 → 저가 → 고가 → 정기구매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고객 1명 확보비용은 같은데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객단가를 올리는 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여러분 스토어에도 적용 가능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4주간의 여정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4주간 성과 발표</a:t>
            </a:r>
            <a:br/>
            <a:r>
              <a:t>+ 다짐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수강생 성과 발표 +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성과 발표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첫매출 무한피드백 시작 안내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2기 모집 도우미 혜택 (추천인 할인)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최종 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첫 매출까지 무한 피드백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4주차 최종 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첫 매출 인증 (무기한)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상품 5개 이상 등록 (2주 내)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월 목표 + 실행 계획서 (D+3)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첫 매출까지</a:t>
            </a:r>
            <a:br/>
            <a:r>
              <a:t>무한 피드백!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여러분의 성공을</a:t>
            </a:r>
            <a:br/>
            <a:r>
              <a:t>응원합니다! 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
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동기부여로 시작합니다.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작은 성공이 실행력을 만든다는 메시지입니다.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첫인상의 중요성을 강조합니다.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썸네일과 상페의 첫인상을 개선하는 훈련입니다.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전략적 사고의 중요성입니다.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판매에서도 전략적 사고가 필수라는 메시지입니다.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수강생의 상품 등록 결과를 즉석 피드백합니다.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소비자 구매과정을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소비자가 구매에 이르는 6단계를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관여도 개념을 소개합니다.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관여도에 따른 소비자 행동 차이를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판매자의 마케팅 전략도 관여도에 맞춰야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상품도 유입 경로에 따라 상세페이지가 달라집니다.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상품별 마케팅 차이를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상품 특성에 맞는 마케팅 채널 선택의 중요성입니다.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소비자 설득 전략입니다.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의심을 제거하면 구매 전환율이 올라갑니다.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썸네일 제작 실습입니다.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툴을 사용하여 썸네일을 만듭니다.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상세페이지 제작 실습입니다.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관여도에 맞는 상세페이지를 함께 만듭니다.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바이럴 글쓰기 실습입니다.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실제로 1개를 함께 작성하면서 감을 잡습니다.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경쟁자의 트래픽을 가져오는 전략입니다.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경쟁자 키워드를 활용한 마케팅 전략입니다.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3주차 미션을 안내합니다.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3주차를 마무리합니다.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FF0000"/>
                </a:solidFill>
                <a:latin typeface="맑은 고딕"/>
              </a:rPr>
              <a:t>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맑은 고딕"/>
              </a:rPr>
              <a:t>마케팅 실전 &amp; 상세페이지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동기부여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맑은 고딕"/>
              </a:rPr>
              <a:t>어라? 이게 되네?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되고 싶은 대상들의 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어라? 이게 되네?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사람들은 될 것 같을 때 더 한다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다이어트 조금 빠지면 → 더 열심히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얼굴 이쁘네 들으면 → 더 꾸민다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실행력 UP의 비밀 = 작은 성공 경험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트레이닝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맑은 고딕"/>
              </a:rPr>
              <a:t>첫인상 꾸미기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0000"/>
                </a:solidFill>
                <a:latin typeface="맑은 고딕"/>
              </a:rPr>
              <a:t>첫인상이 전부다</a:t>
            </a:r>
            <a:br/>
            <a:r>
              <a:t>소개팅 5초 판단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내 상품 첫인상 꾸미기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한눈에 들어오는 썸네일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상세페이지, 콘텐츠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월드컵 이상형 방식으로 실습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소비자는 5초 안에 판단한다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똑똑한 놈이</a:t>
            </a:r>
            <a:br/>
            <a:r>
              <a:t>세상을 지배한다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좋은 판매자가 되는 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감독님의 새벽 2시 트레이닝 이유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학부모 마케팅: 부모님이 돈 주면 4번 타자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당신의 잘못이 아닙니다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전략적으로 생각하라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미션 피드백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맑은 고딕"/>
              </a:rPr>
              <a:t>2주차 미션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2주차 미션 피드백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수강생 등록 상품 화면 공유 + 즉석 피드백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상품명 / 가격 / 카테고리 수정 포인트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잘한 사례 vs 아쉬운 사례 비교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학습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맑은 고딕"/>
              </a:rPr>
              <a:t>소비자 구매 여정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소비자들은 어떻게</a:t>
            </a:r>
            <a:br/>
            <a:r>
              <a:t>내 상품까지 오게 될까?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소비자 구매과정 6단계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1. 현상 — 문제 인식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2. 욕구 — 해결하고 싶다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3. 계획 — 정보 탐색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4. 행동 — 검색/비교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5. 대안 — 후보군 비교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6. 결과 — 구매 결정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0000"/>
                </a:solidFill>
                <a:latin typeface="맑은 고딕"/>
              </a:rPr>
              <a:t>다 똑같은 상품이</a:t>
            </a:r>
            <a:br/>
            <a:r>
              <a:t>아닙니다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상품 2가지의 분류 — 관여도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고관여 상품: 비싸고 신중하게 구매 (가전, 자동차)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저관여 상품: 싸고 즉흥적 구매 (간식, 생필품)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관여도에 따라 소비 과정이 다르다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구매 전 대부분 결정되어 있음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판매자 판매과정 5단계 / 8단계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저관여 = 바로 쇼핑검색 → 구매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블로그/카페 마케팅하면 헛수고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고관여 = 정보 탐색 → 비교 → 결정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관여도에 따라 판매자 과정이 다르다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유입경로에 따라 달라지는 상세페이지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구매과정 6단계를 키워드화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어느 단계를 타겟해서 마케팅하는지 파악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유입 경로별 상세페이지 구성이 달라야 한다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상품에 따라</a:t>
            </a:r>
            <a:br/>
            <a:r>
              <a:t>마케팅이 달라진다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상품에 따라 달라지는 마케팅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도마뱀 1,000만원: 길거리 vs 파충류샵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식품: 누구나 먹으니까 OK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성수동 야구용품? → 안 팔림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이걸 온라인화하면 어떻게 달라지는가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0000"/>
                </a:solidFill>
                <a:latin typeface="맑은 고딕"/>
              </a:rPr>
              <a:t>의심과 반박을</a:t>
            </a:r>
            <a:br/>
            <a:r>
              <a:t>Q&amp;A로 제거하라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소비자 가스라이팅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가격이 비싸면 → 의심이 생긴다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Q&amp;A로 미리 반박을 제거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소비자의 의심을 선제적으로 해소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상세페이지에 FAQ 섹션 필수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실무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맑은 고딕"/>
              </a:rPr>
              <a:t>콘텐츠 제작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클릭률 높은</a:t>
            </a:r>
            <a:br/>
            <a:r>
              <a:t>썸네일 만들기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썸네일 제작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썸네일 공식: 숫자 + 혜택 + 비주얼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나노바나나 / 미리캔버스 활용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실제로 함께 제작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클릭을 부르는 첫인상 만들기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상세페이지 구성법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상세페이지 제작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저관여: 짧고 핵심 / 고관여: 스토리 + 상세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후킹 → 공감 → 솔루션 → 스펙 → 리뷰 → CTA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수강생 상품으로 실제 제작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카페/블로그</a:t>
            </a:r>
            <a:br/>
            <a:r>
              <a:t>바이럴 글쓰기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바이럴 글쓰기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키워드 자연스럽게 배치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광고처럼 안 보이게 노출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삭제 안 당하는 팁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실제로 1개 같이 작성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0000"/>
                </a:solidFill>
                <a:latin typeface="맑은 고딕"/>
              </a:rPr>
              <a:t>다른 브랜드 키워드를</a:t>
            </a:r>
            <a:br/>
            <a:r>
              <a:t>내 이득과 연결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경쟁자 파이 뺏어오는 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위고비 가격 검색량 활용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성분 비슷 + 가격 절반 → 설득력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카페 외부형식 실전 적용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FFFFFF"/>
                </a:solidFill>
                <a:latin typeface="맑은 고딕"/>
              </a:rPr>
              <a:t>• 경쟁자의 검색 트래픽을 내 것으로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맑은 고딕"/>
              </a:rPr>
              <a:t>3주차 미션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0000"/>
                </a:solidFill>
                <a:latin typeface="맑은 고딕"/>
              </a:rPr>
              <a:t>📋 3주차 미션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>
                <a:solidFill>
                  <a:srgbClr val="FFFFFF"/>
                </a:solidFill>
                <a:latin typeface="맑은 고딕"/>
              </a:rPr>
              <a:t>☐ 상세페이지 완성 (D+3)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FFFFFF"/>
                </a:solidFill>
                <a:latin typeface="맑은 고딕"/>
              </a:rPr>
              <a:t>☐ 바이럴 글 2개 작성 (D+5)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FFFFFF"/>
                </a:solidFill>
                <a:latin typeface="맑은 고딕"/>
              </a:rPr>
              <a:t>☐ 경쟁자 파이 뺏기 글 1개 (D+5)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31680" y="6400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66666"/>
                </a:solidFill>
                <a:latin typeface="맑은 고딕"/>
              </a:rPr>
              <a:t>셀러 부트캠프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다음 주에 만나요! 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
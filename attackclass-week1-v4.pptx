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87878"/>
                </a:solidFill>
                <a:latin typeface="Jalnan"/>
              </a:defRPr>
            </a:pPr>
            <a:r>
              <a:t>강사: 에렌 (권현우)  |  진격의 마케팅 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1E1E"/>
                </a:solidFill>
                <a:latin typeface="Jalnan"/>
              </a:defRPr>
            </a:pPr>
            <a:r>
              <a:t>WEEK 1  |  왜 파는가 + 오늘 바로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B900"/>
                </a:solidFill>
                <a:latin typeface="Jalnan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Jalnan"/>
              </a:defRPr>
            </a:pPr>
            <a:r>
              <a:t>왜 파는가 + 오늘 바로 시작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돈이 없으면</a:t>
            </a:r>
            <a:br/>
            <a:r>
              <a:t>이렇게 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여자친구와 데이트</a:t>
            </a:r>
            <a:br/>
            <a:r>
              <a:t>숙박비 5만원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좋아하는 사람과 함께 있고 싶은데...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일 있다고</a:t>
            </a:r>
            <a:br/>
            <a:r>
              <a:t>거짓말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돈이 없으니까 핑계를 댈 수밖에 없었다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돈이 없으면</a:t>
            </a:r>
            <a:br/>
            <a:r>
              <a:t>선택지가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하고 싶은 것도, 가고 싶은 곳도</a:t>
            </a:r>
            <a:br/>
            <a:r>
              <a:t>돈이 없으면 포기해야 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온라인 판매를</a:t>
            </a:r>
            <a:br/>
            <a:r>
              <a:t>시작하게 된 이유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야구선수</a:t>
            </a:r>
            <a:br/>
            <a:r>
              <a:t>부상으로 은퇴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꿈이 무너진 순간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집에서</a:t>
            </a:r>
            <a:br/>
            <a:r>
              <a:t>영양가 없는 존재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뭐 하나 제대로 하는 게 없는 포지션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뭐라도 해야겠다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그래서 시작한 온라인 판매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내 목표는 벤츠</a:t>
            </a:r>
            <a:br/>
            <a:r>
              <a:t>월 순수익 1,000만원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2살 많은 누나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명품을 손쉽게 소비하는 모습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나도 저렇게</a:t>
            </a:r>
            <a:br/>
            <a:r>
              <a:t>살고 싶다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그날부터 목표가 생겼다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월 순수익</a:t>
            </a:r>
            <a:br/>
            <a:r>
              <a:t>1,000만원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구체적 숫자가 있어야</a:t>
            </a:r>
            <a:br/>
            <a:r>
              <a:t>구체적 행동이 나온다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목표설정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여러분은 왜</a:t>
            </a:r>
            <a:br/>
            <a:r>
              <a:t>돈을 더 벌려고 하나요?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월급 받으면서</a:t>
            </a:r>
            <a:br/>
            <a:r>
              <a:t>계속 생활하면?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지금 이대로 괜찮은가요?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온라인 판매로</a:t>
            </a:r>
            <a:br/>
            <a:r>
              <a:t>얼마까지 벌 건가요?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숫자를 정하세요. 지금.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1주차 미션 1번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왜 돈을 벌어야 하나요?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2.  돈을 번다면 얼마나 벌고 싶고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3.  벌기 위해 어떤 걸 포기할지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4.  최대한 솔직하게 — 카톡 제출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온라인 판매 방식</a:t>
            </a:r>
            <a:br/>
            <a:r>
              <a:t>3가지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제조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아인슈타인처럼 특허가 있거나</a:t>
            </a:r>
            <a:br/>
            <a:r>
              <a:t>개발 능력이 있는 사람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사입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독점권을 살 수 있는</a:t>
            </a:r>
            <a:br/>
            <a:r>
              <a:t>돈 많은 사람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위탁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나 잘 팔아!</a:t>
            </a:r>
            <a:br/>
            <a:r>
              <a:t>리스크는 지기 싫어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우리는 위탁으로 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홈쇼핑도 위탁이다</a:t>
            </a:r>
            <a:br/>
            <a:r>
              <a:t>리스크 제로로 월 1억까지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판매 6하원칙</a:t>
            </a:r>
            <a:br/>
            <a:r>
              <a:t>누가, 언제, 어디서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누가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내 상품을 사는 사람은</a:t>
            </a:r>
            <a:br/>
            <a:r>
              <a:t>구체적으로 어떤 사람인가?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시즌? 시간대? 상황?</a:t>
            </a:r>
            <a:br/>
            <a:r>
              <a:t>언제 구매 욕구가 생기는가?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어디서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네이버? 쿠팡? 인스타?</a:t>
            </a:r>
            <a:br/>
            <a:r>
              <a:t>어디서 내 상품을 만나는가?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판매 6하원칙</a:t>
            </a:r>
            <a:br/>
            <a:r>
              <a:t>무엇을, 어떻게, 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무엇을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상품의 본질은 무엇인가?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어떤 방식으로 팔 것인가?</a:t>
            </a:r>
            <a:br/>
            <a:r>
              <a:t>마케팅 채널, 판매 전략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소비자가 이걸</a:t>
            </a:r>
            <a:br/>
            <a:r>
              <a:t>사야 하는 이유는?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나만의 차별점 만들기</a:t>
            </a:r>
            <a:br/>
            <a:r>
              <a:t>USP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권은비의 USP는?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같은 아이돌인데</a:t>
            </a:r>
            <a:br/>
            <a:r>
              <a:t>왜 이 사람만 기억에 남을까?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내 상품의 본질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기능이 아니라</a:t>
            </a:r>
            <a:br/>
            <a:r>
              <a:t>진짜 가치는 뭔가?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너만의 무기가 뭐야?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같은 상품이라도</a:t>
            </a:r>
            <a:br/>
            <a:r>
              <a:t>나만 할 수 있는 차별점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소비자 간파하기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"이게 가장 중요해!"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소비자가 말하는 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그게 중요한 게</a:t>
            </a:r>
            <a:br/>
            <a:r>
              <a:t>아니야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실제 구매 결정 요인은</a:t>
            </a:r>
            <a:br/>
            <a:r>
              <a:t>소비자도 모르는 숨은 욕구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1주차 미션 2번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세상 모든 상품 중 1개를 골라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2.  그 상품의 가장 중요한 요소 1가지를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3.  매일 카톡으로 선포하세요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4.  하루 5분 — 근데 이 5분이 눈을 바꿔요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돈 되는 카피라이팅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에렌이 직접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상품 1개를 골라</a:t>
            </a:r>
            <a:br/>
            <a:r>
              <a:t>핵심을 꿰뚫는 과정을 보여줍니다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이렇게 하면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[실제 상품 페이지 화면 시연]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돈 되는</a:t>
            </a:r>
            <a:br/>
            <a:r>
              <a:t>판매 수익화 구조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B900"/>
                </a:solidFill>
                <a:latin typeface="Jalnan"/>
              </a:rPr>
              <a:t>'온라인 판매'</a:t>
            </a:r>
            <a:r>
              <a:rPr sz="4800" b="1">
                <a:solidFill>
                  <a:srgbClr val="FFFFFF"/>
                </a:solidFill>
                <a:latin typeface="Jalnan"/>
              </a:rPr>
              <a:t> 수익화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560320"/>
            <a:ext cx="2743200" cy="82296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Jalnan"/>
              </a:defRPr>
            </a:pPr>
            <a:r>
              <a:t>소비자가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35527" y="2743200"/>
            <a:ext cx="73152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24247" y="2560320"/>
            <a:ext cx="2743200" cy="82296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Jalnan"/>
              </a:defRPr>
            </a:pPr>
            <a:r>
              <a:t>도매가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50327" y="2743200"/>
            <a:ext cx="73152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39047" y="2560320"/>
            <a:ext cx="2743200" cy="82296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Jalnan"/>
              </a:defRPr>
            </a:pPr>
            <a:r>
              <a:t>수수료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3566160"/>
            <a:ext cx="457200" cy="54864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4247" y="4389120"/>
            <a:ext cx="2743200" cy="82296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B900"/>
                </a:solidFill>
                <a:latin typeface="Jalnan"/>
              </a:defRPr>
            </a:pPr>
            <a:r>
              <a:t>순이익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FFFF"/>
                </a:solidFill>
                <a:latin typeface="Jalnan"/>
              </a:defRPr>
            </a:pPr>
            <a:r>
              <a:t>완벽하게 배우고 실행?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1E1E"/>
                </a:solidFill>
                <a:latin typeface="Jalnan"/>
              </a:defRPr>
            </a:pPr>
            <a: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B900"/>
                </a:solidFill>
                <a:latin typeface="Jalnan"/>
              </a:defRPr>
            </a:pPr>
            <a:r>
              <a:t>구조만 알고 바로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846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B900"/>
                </a:solidFill>
                <a:latin typeface="Jalnan"/>
              </a:defRPr>
            </a:pPr>
            <a:r>
              <a:t>○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스마트스토어</a:t>
            </a:r>
            <a:br/>
            <a:r>
              <a:t>개설 실습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사업자등록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어렵지 않습니다</a:t>
            </a:r>
            <a:br/>
            <a:r>
              <a:t>10분이면 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스토어 가입</a:t>
            </a:r>
            <a:br/>
            <a:r>
              <a:t>+ 초기 세팅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스토어명 / 카테고리 / 배송정보</a:t>
            </a:r>
            <a:br/>
            <a:r>
              <a:t>화면 보면서 같이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완벽하게 만들 필요 없다</a:t>
            </a:r>
            <a:br/>
            <a:r>
              <a:t>일단 열어라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지금 바로. 여기서.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도매사이트 소싱법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'도매사이트'</a:t>
            </a:r>
            <a:r>
              <a:rPr sz="4500" b="1">
                <a:solidFill>
                  <a:srgbClr val="FFFFFF"/>
                </a:solidFill>
                <a:latin typeface="Jalnan"/>
              </a:rPr>
              <a:t> 3대장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B900"/>
                </a:solidFill>
                <a:latin typeface="Jalnan"/>
              </a:defRPr>
            </a:pPr>
            <a:r>
              <a:t>3대</a:t>
            </a:r>
            <a:br/>
            <a:r>
              <a:t>도매사이트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도매꾹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도매매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오너클랜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FFFF"/>
                </a:solidFill>
                <a:latin typeface="Jalnan"/>
              </a:rPr>
              <a:t>잘 팔리는 상품 찾는 </a:t>
            </a:r>
            <a:r>
              <a:rPr sz="4500" b="1">
                <a:solidFill>
                  <a:srgbClr val="FF1E1E"/>
                </a:solidFill>
                <a:latin typeface="Jalnan"/>
              </a:rPr>
              <a:t>3가지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0" b="1">
                <a:solidFill>
                  <a:srgbClr val="FF1E1E"/>
                </a:solidFill>
                <a:latin typeface="Jalnan"/>
              </a:defRPr>
            </a:pPr>
            <a:r>
              <a:t>상품소싱</a:t>
            </a:r>
            <a:br/>
            <a:r>
              <a:t>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검색량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트렌드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시즌 기반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위탁 계약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도매처 연락 → 위탁 가능 여부</a:t>
            </a:r>
            <a:br/>
            <a:r>
              <a:t>→ 이미지/상세페이지 수급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1주차 미션 3번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판매 수익화 실행 — 바로 시작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1주차 추가 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스토어 개설 완료 스크린샷 인증 (D+3)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2.  도매사이트 가입 + 상품 5개 찜 (D+5)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3.  증거 없으면 안 한 겁니다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WEEK 1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Jalnan"/>
              </a:defRPr>
            </a:pPr>
            <a:r>
              <a:t>다음 주까지 미션 완료하고 오세요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Jalnan"/>
              </a:defRPr>
            </a:pPr>
            <a:r>
              <a:t>"대충 하면 대충 벌어요"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
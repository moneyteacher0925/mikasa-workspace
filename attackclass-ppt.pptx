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18288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600"/>
                </a:solidFill>
              </a:defRPr>
            </a:pPr>
            <a:r>
              <a:t>진격의 클래스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소자본으로 월급 이상</a:t>
            </a:r>
            <a:br/>
            <a:r>
              <a:t>재고리스크 없는 스마트스토어 판매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99999"/>
                </a:solidFill>
              </a:defRPr>
            </a:pPr>
            <a:r>
              <a:t>강사: 에렌 (권현우)  |  진격의 마케팅 대표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53935"/>
                </a:solidFill>
              </a:defRPr>
            </a:pPr>
            <a:r>
              <a:t>4주 대면 컨설팅  |  첫 매출까지 무한 피드백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09728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600"/>
                </a:solidFill>
              </a:defRPr>
            </a:pPr>
            <a:r>
              <a:t>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왜 파는가 + 오늘 바로 시작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53935"/>
                </a:solidFill>
              </a:defRPr>
            </a:pPr>
            <a:r>
              <a:t>1주차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돈이 없으면 이렇게 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여자친구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모텔비 3만원도 아까움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118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일 있다고 거짓말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2976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343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돈 없으면 선택지가 없다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💡 감정 먼저 건드리기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53935"/>
                </a:solidFill>
              </a:defRPr>
            </a:pPr>
            <a:r>
              <a:t>1주차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온라인 판매를 시작하게 된 이유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야구선수 부상 은퇴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집에서 영양가 없는 존재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118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뭐라도 해야겠다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2976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343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온라인 발견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💡 실패 → 반전 스토리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53935"/>
                </a:solidFill>
              </a:defRPr>
            </a:pPr>
            <a:r>
              <a:t>1주차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내 목표는 벤츠, 월 순수익 1,000만원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2살 많은 누나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명품 쇼핑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118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벤츠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2976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343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"나도 저렇게"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9834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0292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월 1,000만원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9893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💡 구체적 숫자 + 이미지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여러분은 왜</a:t>
            </a:r>
            <a:br/>
            <a:r>
              <a:t>돈을 더 벌려고 하나요?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3891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99999"/>
                </a:solidFill>
              </a:defRPr>
            </a:pPr>
            <a:r>
              <a:t>온라인 판매로 얼마까지 벌 건가요?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12191695" cy="7315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📋 1주차 미션 1번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783080"/>
            <a:ext cx="941832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1.  왜 돈을 벌어야 하나요?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560320"/>
            <a:ext cx="941832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6060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2.  돈을 번다면 얼마나 벌고 싶고, 벌기 위해 어떤 걸 포기할지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337560"/>
            <a:ext cx="941832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38328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3.  최대한 솔직하게 — 카톡으로 제출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53935"/>
                </a:solidFill>
              </a:defRPr>
            </a:pPr>
            <a:r>
              <a:t>1주차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온라인 판매 방식 3가지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제조 = 아인슈타인 (특허 필요)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사입 = 돈 많은 사람 (독점권)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118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위탁 = 나 잘 팔아, 리스크 제로 (홈쇼핑 모델)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2976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343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우리는 위탁으로 간다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💡 "돈 있어요? 특허 있어요? 없으면 위탁"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53935"/>
                </a:solidFill>
              </a:defRPr>
            </a:pPr>
            <a:r>
              <a:t>1주차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판매 6하원칙 — 누가, 언제, 어디서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누가 = 타겟 (구체적 인물상)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언제 = 시즌, 시간대, 상황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118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어디서 = 채널 (네이버, 쿠팡, 인스타)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💡 쉬운 예시 하나로 쭉 설명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53935"/>
                </a:solidFill>
              </a:defRPr>
            </a:pPr>
            <a:r>
              <a:t>1주차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판매 6하원칙 — 무엇을, 어떻게, 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무엇을 = 상품의 본질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어떻게 = 판매 방식, 마케팅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118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왜 = 소비자가 사야 하는 이유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💡 하나의 상품으로 6하원칙 전체를 관통하는 예시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53935"/>
                </a:solidFill>
              </a:defRPr>
            </a:pPr>
            <a:r>
              <a:t>1주차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나만의 차별점 만들기 (USP)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권은비 예시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상품의 본질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118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차별점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2976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343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"너만의 무기가 뭐야?"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9834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0292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같은 상품이라도 다르게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9893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💡 연예인이나 친숙한 예시로 쉽게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53935"/>
                </a:solidFill>
              </a:defRPr>
            </a:pPr>
            <a:r>
              <a:t>1주차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소비자 간파하기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"이게 중요해!" → "아닌데?"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소비자가 말하는 것 ≠ 실제 구매이유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118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숨은 욕구를 찾아라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💡 수강생이 당연하다고 생각한 걸 뒤집기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12191695" cy="7315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📋 1주차 미션 2번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783080"/>
            <a:ext cx="941832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1.  세상 모든 상품 중 1개를 골라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560320"/>
            <a:ext cx="941832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6060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2.  그 상품의 가장 중요한 요소 1가지를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337560"/>
            <a:ext cx="941832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38328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3.  매일 카톡으로 선포하세요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53935"/>
                </a:solidFill>
              </a:defRPr>
            </a:pPr>
            <a:r>
              <a:t>1주차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돈 되는 카피라이팅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에렌이 직접 시연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상품 1개 골라 핵심 꿰뚫기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118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"이렇게 하면 됩니다"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💡 실제 상품 페이지 띄워서 라이브 시연이 가장 임팩트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53935"/>
                </a:solidFill>
              </a:defRPr>
            </a:pPr>
            <a:r>
              <a:t>1주차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돈 되는 판매 수익화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소비자가 → 도매가 → 수수료 → 순이익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마진 계산법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118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완벽 X → 바로 실행 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💡 실제 숫자로 계산기 띄워서 보여주기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53935"/>
                </a:solidFill>
              </a:defRPr>
            </a:pPr>
            <a:r>
              <a:t>1주차 | 실무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🔧 스마트스토어 개설 실습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사업자등록 방법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스토어 가입 절차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118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초기 세팅 (스토어명, 카테고리, 배송)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2976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343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화면 보면서 같이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💡 "완벽하게 만들 필요 없다. 일단 열어라"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53935"/>
                </a:solidFill>
              </a:defRPr>
            </a:pPr>
            <a:r>
              <a:t>1주차 | 실무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🔧 도매사이트 소싱법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도매꾹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도매매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118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오너클랜 가입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2976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343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잘 팔리는 상품 3가지 방법 (검색량·트렌드·시즌)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9834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0292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위탁 계약 방법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9893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💡 실제 도매사이트 화면 보여주면서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12191695" cy="7315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📋 1주차 미션 3번 + 추가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783080"/>
            <a:ext cx="941832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1.  판매 수익화 실행 — 바로 시작하기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560320"/>
            <a:ext cx="941832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6060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2.  스토어 개설 완료 스크린샷 인증 (D+3)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337560"/>
            <a:ext cx="941832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38328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3.  도매사이트 가입 + 상품 5개 찜 스크린샷 (D+5)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09728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600"/>
                </a:solidFill>
              </a:defRPr>
            </a:pPr>
            <a:r>
              <a:t>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누구한테 파는가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53935"/>
                </a:solidFill>
              </a:defRPr>
            </a:pPr>
            <a:r>
              <a:t>2주차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얼마를 벌어야 자유롭게 살 수 있을까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월 생활비 기준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자유의 기준은 사람마다 다름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118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구체적 숫자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2976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343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1주차 복습 워밍업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💡 가볍게 시작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신라모텔에서</a:t>
            </a:r>
            <a:br/>
            <a:r>
              <a:t>→ 신라호텔로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3891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99999"/>
                </a:solidFill>
              </a:defRPr>
            </a:pPr>
            <a:r>
              <a:t>돈이 바꾸는 일상의 퀄리티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53935"/>
                </a:solidFill>
              </a:defRPr>
            </a:pPr>
            <a:r>
              <a:t>2주차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1주차 미션 피드백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수강생별 목표 리뷰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잘 쓴 글 vs 대충 쓴 글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118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진심의 차이를 보여줌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💡 좋은 예시 읽어주기 → 작성자 뿌듯 + 나머지 자극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53935"/>
                </a:solidFill>
              </a:defRPr>
            </a:pPr>
            <a:r>
              <a:t>2주차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리스크 없이 월 1억까지만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위탁 = 판매+마케팅 전문가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재고 부담 제로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118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마케팅에만 집중하는 구조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💡 "1억이 상한선이 아니라 위탁만으로도 여기까지 된다"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53935"/>
                </a:solidFill>
              </a:defRPr>
            </a:pPr>
            <a:r>
              <a:t>2주차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판매 전문가가 되기 — 총량의 저주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너무 많은 일 = 집중 불가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김치찌개 전문점 vs 분식집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118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한 가지에 몰입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💡 "지금 몇 가지 하고 있어요?" 수강생 점검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53935"/>
                </a:solidFill>
              </a:defRPr>
            </a:pPr>
            <a:r>
              <a:t>2주차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월천 이상 번 수강생들의 공통점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동기부여 = 기름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기름 없으면 차는 안 감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118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성공한 사람들의 특징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💡 실제 수강생 사례가 가장 강력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53935"/>
                </a:solidFill>
              </a:defRPr>
            </a:pPr>
            <a:r>
              <a:t>2주차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지피지기 백전불태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적 = 경쟁사 + 소비자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나를 알고 상대를 알면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118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100전 무패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💡 "경쟁 상품 3개 분석해봤어요?" 로 연결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53935"/>
                </a:solidFill>
              </a:defRPr>
            </a:pPr>
            <a:r>
              <a:t>2주차 | 실무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🔧 통찰 4단계 실전 적용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1인칭 → 3인칭 → 전지적 시점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훈수 둘 때 잘 보이는 이유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118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수강생 상품으로 즉석 실습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💡 "남의 가게는 잘 보이죠? 내 가게도 그렇게 보는 연습"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53935"/>
                </a:solidFill>
              </a:defRPr>
            </a:pPr>
            <a:r>
              <a:t>2주차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맞춤형 상품 제안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다이어트약 예시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게으른 타겟 vs 결혼식 타겟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118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같은 카테고리 다른 상품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💡 "님 타겟이 게으른 사람이에요 부지런한 사람이에요?"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53935"/>
                </a:solidFill>
              </a:defRPr>
            </a:pPr>
            <a:r>
              <a:t>2주차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똑같은 방법을 알려줘도 수익이 다른 이유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월 300 vs 월 3,000 vs 월 3억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방법은 같음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118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사람이 다름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2976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343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마인드셋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💡 "방법 다 알려줄 거예요. 근데 여러분이 안 바뀌면 소용없어요"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53935"/>
                </a:solidFill>
              </a:defRPr>
            </a:pPr>
            <a:r>
              <a:t>2주차 | 실무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🔧 돈 되는 키워드 찾기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네이버 키워드도구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검색량·경쟁강도 보는법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118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블루오션 기준 3가지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2976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343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6하원칙 '누가'→키워드 전환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💡 "이 키워드 검색량 5,000인데 상품 200개 — 이거 기회"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53935"/>
                </a:solidFill>
              </a:defRPr>
            </a:pPr>
            <a:r>
              <a:t>2주차 | 실무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🔧 상품 등록 실습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카테고리 → 상품명 (상위노출 공식) → 옵션 → 가격 (마진 역산) → 이미지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💡 "오늘 여기서 1개는 등록하고 간다"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53935"/>
                </a:solidFill>
              </a:defRPr>
            </a:pPr>
            <a:r>
              <a:t>2주차 | 실무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🔧 경쟁 상품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상위노출 5개 뜯기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리뷰수·가격·배송·상세페이지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118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내가 이길 포인트 찾기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💡 "1등 따라하지 말고 1등이 안 하는 걸 찾아라"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12191695" cy="7315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📋 2주차 미션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783080"/>
            <a:ext cx="941832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1.  상품 1개 등록 완료 스크린샷 (D+3)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560320"/>
            <a:ext cx="941832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6060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2.  경쟁 상품 3개 분석표 제출 (D+5)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337560"/>
            <a:ext cx="941832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38328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3.  매일 상품 핵심가치 선포 계속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09728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600"/>
                </a:solidFill>
              </a:defRPr>
            </a:pPr>
            <a:r>
              <a:t>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어떻게 파는가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어라?</a:t>
            </a:r>
            <a:br/>
            <a:r>
              <a:t>이게 되네?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3891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99999"/>
                </a:solidFill>
              </a:defRPr>
            </a:pPr>
            <a:r>
              <a:t>될 것 같을 때 사람은 더 한다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53935"/>
                </a:solidFill>
              </a:defRPr>
            </a:pPr>
            <a:r>
              <a:t>3주차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내 상품 첫인상 꾸미기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소개팅 5초 판단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핸드폰·자동차 첫인상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118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월드컵 이상형 방식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2976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343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어떤 게 좋아보이나?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💡 실제 상품 2개 띄워서 투표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53935"/>
                </a:solidFill>
              </a:defRPr>
            </a:pPr>
            <a:r>
              <a:t>3주차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좋은 판매자가 되는 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감독님 새벽 2시 트레이닝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학부모 마케팅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118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돈 주면 4번타자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2976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343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"당신의 잘못이 아닙니다"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💡 야구 스토리로 감정 잡기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53935"/>
                </a:solidFill>
              </a:defRPr>
            </a:pPr>
            <a:r>
              <a:t>3주차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2주차 미션 피드백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수강생 등록 상품 화면 공유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상품명·가격·카테고리 즉석 수정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118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잘한 것 vs 아쉬운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💡 "이 상품명 이렇게 바꾸면 검색 2배"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53935"/>
                </a:solidFill>
              </a:defRPr>
            </a:pPr>
            <a:r>
              <a:t>3주차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소비자 구매과정 6단계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현상 → 욕구 → 계획 → 행동 → 대안 → 결과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단계마다 검색 키워드가 다르다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💡 곰팡이 발견→제거방법 검색→상품 비교→구매 예시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53935"/>
                </a:solidFill>
              </a:defRPr>
            </a:pPr>
            <a:r>
              <a:t>3주차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상품 2가지의 분류 — 관여도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저관여 (흙, 생필품) vs 고관여 (전자기기, 명품)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소비 과정 완전히 다름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118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구매 전 이미 결정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💡 "편의점 음료 고르는 거랑 노트북 고르는 거 같아요?"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53935"/>
                </a:solidFill>
              </a:defRPr>
            </a:pPr>
            <a:r>
              <a:t>3주차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판매자 판매과정 5단계 / 8단계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관여도별 판매전략이 다르다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저관여에 블로그 마케팅 = 헛수고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118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경로를 알아야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💡 "흙 파는데 유튜브 리뷰? 쇼핑검색 1등 하면 끝"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53935"/>
                </a:solidFill>
              </a:defRPr>
            </a:pPr>
            <a:r>
              <a:t>3주차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유입경로에 따라 달라지는 상세페이지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쇼핑검색 유입 vs 블로그 유입 vs SNS 유입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각각 보여줄 게 다르다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💡 같은 상품인데 어디서 오느냐에 따라 전략이 달라짐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53935"/>
                </a:solidFill>
              </a:defRPr>
            </a:pPr>
            <a:r>
              <a:t>3주차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상품에 따라 달라지는 마케팅 전략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도마뱀 1,000만원 길거리 vs 파충류샵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식품은 길거리 OK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118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야구용품 성수동? 안팔림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2976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343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온라인화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💡 "길거리에서 도마뱀 팔면 미친놈" 웃기면서 각인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53935"/>
                </a:solidFill>
              </a:defRPr>
            </a:pPr>
            <a:r>
              <a:t>3주차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소비자 가스라이팅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의심·반박 포인트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Q&amp;A로 사전 제거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118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"환불 되나요?" 미리 차단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2976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343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불안 제거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💡 소비자가 망설이는 이유를 미리 없애주는 것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53935"/>
                </a:solidFill>
              </a:defRPr>
            </a:pPr>
            <a:r>
              <a:t>3주차 | 실무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🔧 썸네일 제작 실습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클릭률 = 썸네일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숫자+혜택+비주얼 공식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118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캔바·미리캔버스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2976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343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수강생 상품으로 실제 제작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💡 "10분 안에 1개 완성" 실습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53935"/>
                </a:solidFill>
              </a:defRPr>
            </a:pPr>
            <a:r>
              <a:t>3주차 | 실무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🔧 상세페이지 제작 실습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저관여 = 짧고 핵심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고관여 = 스토리+상세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118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후킹→공감→솔루션→스펙→리뷰→CTA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💡 좋은 vs 나쁜 상세페이지 먼저 비교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53935"/>
                </a:solidFill>
              </a:defRPr>
            </a:pPr>
            <a:r>
              <a:t>3주차 | 실무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🔧 바이럴 글쓰기 실습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키워드 자연 배치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광고 안 보이게 노출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118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삭제 안 당하는 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2976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343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실제 1개 같이 작성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💡 에렌 전문 분야 — 실제 카페 글 시연이 핵심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53935"/>
                </a:solidFill>
              </a:defRPr>
            </a:pPr>
            <a:r>
              <a:t>3주차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경쟁자 파이 뺏어오는 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위고비 가격 키워드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검색량 큰 브랜드 활용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118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성분 비슷+가격 절반 → 설득력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2976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343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카페 외부형식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💡 "남의 트래픽 뺏어오는 거. 합법적으로"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12191695" cy="7315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📋 3주차 미션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783080"/>
            <a:ext cx="941832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1.  상세페이지 완성 제출 (D+3)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560320"/>
            <a:ext cx="941832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6060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2.  바이럴 글 2개 작성 (D+5)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337560"/>
            <a:ext cx="941832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38328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3.  경쟁자 파이 뺏기 글 1개 (D+5)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09728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600"/>
                </a:solidFill>
              </a:defRPr>
            </a:pPr>
            <a:r>
              <a:t>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팔리게 만드는 법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53935"/>
                </a:solidFill>
              </a:defRPr>
            </a:pPr>
            <a:r>
              <a:t>4주차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남들보다 효율적으로! 시간사용법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4주 지남 — 누구는 매출, 누구는 미개설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24시간 같지만 결과 다름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118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목표지향적 하루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💡 "시간 탓 하지 마세요. 뭘 했는지가 중요"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53935"/>
                </a:solidFill>
              </a:defRPr>
            </a:pPr>
            <a:r>
              <a:t>4주차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모든 일은 목표지향적으로!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친구는 당분간 없다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방해금지 모드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118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전화 무시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2976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343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가족 밥 OK, 친구 술 NO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9834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0292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모순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9893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💡 "술 먹으면서 월천 벌겠다? 모순이에요"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53935"/>
                </a:solidFill>
              </a:defRPr>
            </a:pPr>
            <a:r>
              <a:t>4주차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3주차 미션 피드백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상세페이지+바이럴 즉석 리뷰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잘한 사례 공유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118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삭제당한 글 원인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2976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343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수정 포인트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💡 "이 부분 이렇게 바꾸면 전환율 올라갑니다"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53935"/>
                </a:solidFill>
              </a:defRPr>
            </a:pPr>
            <a:r>
              <a:t>4주차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셀러들 궁금증 Q&amp;A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경쟁사 신고? → 오히려 좋아, 위협됐다는 뜻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안팔리면? → 다음 상품, 재고 없잖아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118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걱정 먼저 해도 안 나아짐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💡 수강생 실제 질문 받아서 답하면 가장 생동감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53935"/>
                </a:solidFill>
              </a:defRPr>
            </a:pPr>
            <a:r>
              <a:t>4주차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수강생 성과 공유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매출 나온 수강생 발표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"이게 되는구나" 직접 보여주기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118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아직 안 나온 사람 즉석 진단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💡 성과 나온 수강생 먼저 → 나머지 자극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53935"/>
                </a:solidFill>
              </a:defRPr>
            </a:pPr>
            <a:r>
              <a:t>4주차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필요로 하지 않는 소비자에게 판매하는 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욕구 없는 타겟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필요성 느끼게 만들기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118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있어도 되고 없어도 되는 상품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💡 "이게 진짜 고수. 안 사려는 사람한테 파는 거"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53935"/>
                </a:solidFill>
              </a:defRPr>
            </a:pPr>
            <a:r>
              <a:t>4주차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제로의 심리 — 5가지 실전 워크숍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당위성: 사야 하는 이유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결핍성: 지금 안 사면 없어요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118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기발성: 이런 건 처음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2976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343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시급성: 지금 당장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9834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0292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비교성: 이게 더 낫죠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9893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💡 수강생 상품에 직접 적용해보는 즉석 실습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53935"/>
                </a:solidFill>
              </a:defRPr>
            </a:pPr>
            <a:r>
              <a:t>4주차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그들이 원하는 걸 주고 돈벌기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라면 에피소드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내가 원한 건 라면, 엄마가 원한 건 건강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118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소비자 욕구 ≠ 올바른 방법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💡 어린 시절 이야기로 분위기 부드럽게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나한테 중요한 건</a:t>
            </a:r>
            <a:br/>
            <a:r>
              <a:t>중요한 게 아니야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3891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99999"/>
                </a:solidFill>
              </a:defRPr>
            </a:pPr>
            <a:r>
              <a:t>제육볶음 좋아하는 나 vs 떡볶이 좋아하는 타겟</a:t>
            </a:r>
            <a:br/>
            <a:r>
              <a:t>여대 앞 음식점 = 마라탕 / 떡볶이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53935"/>
                </a:solidFill>
              </a:defRPr>
            </a:pPr>
            <a:r>
              <a:t>4주차 | 실무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🔧 네이버 쇼핑 검색광고 기초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계정 세팅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쇼핑검색 광고 만들기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118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입찰가 설정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2976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343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예산 하루 5,000원부터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9834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0292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ROAS 개념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9893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💡 "광고 없이도 팔 수 있지만, 걸면 속도가 붙는다"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53935"/>
                </a:solidFill>
              </a:defRPr>
            </a:pPr>
            <a:r>
              <a:t>4주차 | 실무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🔧 주문처리 + CS 대응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위탁 주문 → 도매처 발주 프로세스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CS 템플릿 (배송·교환·환불)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118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리뷰 관리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2976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343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톡톡 활용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💡 "첫 주문 들어오면 당황하지 말고 이대로 하세요"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53935"/>
                </a:solidFill>
              </a:defRPr>
            </a:pPr>
            <a:r>
              <a:t>4주차 | 실무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🔧 스케일업 로드맵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상품 10개 → 50개 → 100개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잘 팔리는 패턴 복제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118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쿠팡 추가 진출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2976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343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외주화·시스템화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💡 "위탁은 상품 수가 매출. 1개면 100개 올리면 100배"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53935"/>
                </a:solidFill>
              </a:defRPr>
            </a:pPr>
            <a:r>
              <a:t>4주차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Value Ladder — 고객 1명에게 여러 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무료 → 저가 → 고가 → 정기구매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▸  고객 확보비용 같은데 객단가 올리기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💡 "무료 샘플→소용량→대용량→정기배송 이게 Value Ladder"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600"/>
                </a:solidFill>
              </a:defRPr>
            </a:pPr>
            <a:r>
              <a:t>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4주간의 성과 발표</a:t>
            </a:r>
            <a:br/>
            <a:r>
              <a:t>+ 첫 매출까지 무한 피드백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D600"/>
                </a:solidFill>
              </a:defRPr>
            </a:pPr>
            <a:r>
              <a:t>"4주 전의 여러분과 지금의 여러분은 다른 사람입니다"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12191695" cy="7315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📋 최종 미션 — 여기서 끝이 아닙니다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783080"/>
            <a:ext cx="941832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1.  첫 매출 인증 (무기한 — 나올 때까지 같이 갑니다)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560320"/>
            <a:ext cx="941832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6060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2.  상품 5개 이상 등록 (2주 내)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337560"/>
            <a:ext cx="941832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38328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3.  월 목표 매출 + 실행 계획서 제출 (D+3)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53935"/>
                </a:solidFill>
              </a:defRPr>
            </a:pPr>
            <a:r>
              <a:t>진격의 클래스  |  에렌 (권현우)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</a:defRPr>
            </a:pPr>
            <a:r>
              <a:t>attackclass.liveklass.com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
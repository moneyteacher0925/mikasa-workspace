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여자친구와 같이 있고싶어도 일이 있다고 가봐야 했던 시절 이야기로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돈이 없어서 겪었던 실제 에피소드를 솔직하게 공유합니다.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메시지를 강하게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야구를 그만두고 나서의 방황기를 이야기합니다.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야구를 그만둔 후 온라인 판매를 시작하게 된 배경을 공유합니다.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주변에서 받은 동기부여 사례를 공유합니다.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구체적인 목표가 있어야 움직인다는 메시지를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수강생에게 직접 질문을 던집니다.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 없이 시작하면 중간에 무조건 포기합니다. 지금 바로 적어보세요.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미션을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진심을 담아 작성해야 합니다. 대충 쓰면 대충 벌게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가지 판매 방식을 비교합니다.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가지 방식의 차이를 명확히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위탁판매의 장점을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위탁판매가 초보자에게 가장 적합한 이유를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6하원칙 전반부를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타겟, 타이밍, 채널을 먼저 파악해야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6하원칙 후반부입니다.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6하원칙 후반부 — 상품, 방법, 이유를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USP 개념을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USP가 없으면 레드오션에서 가격 경쟁만 하게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소비자가 생각하는 것과 실제 구매 결정 요인의 차이를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소비자의 진짜 구매 동기를 파악하는 훈련입니다.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미션을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매일 꾸준히 해야 하는 미션입니다. 하루도 빠지지 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강사가 직접 시연하면서 방법을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완벽주의를 버리고 바로 실행하라는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수익 구조를 간단히 설명하고 바로 실행으로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실습을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함께 화면을 보면서 스마트스토어를 개설합니다.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실행이 중요하다는 메시지를 한 번 더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소싱 방법을 알려줍니다.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도매 사이트 가입부터 소싱까지 같이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위탁 계약이 어떻게 진행되는지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바로 실행하는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기한 내에 반드시 완료해주세요.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미션을 정리하여 다시 한번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1주차를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0000"/>
                </a:solidFill>
                <a:latin typeface="맑은 고딕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위탁판매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오프닝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모텔비가 아까워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돈이 없으면 이렇게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여자친구와 같이 있고 싶어도...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일이 있다고 거짓말하고 가야 했던 청년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모텔비조차 아까웠던 그 시절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돈이 없으면</a:t>
            </a:r>
            <a:br/>
            <a:r>
              <a:t>선택지가 없다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야구선수로 실패한 인생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온라인 판매를 시작하게 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집에서는 영양가 없는 포지션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할 줄 아는 게 없었던 현실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그래서 온라인 판매를 시작했다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동기부여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목표를 세우는 이유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2살 많은 누나가</a:t>
            </a:r>
            <a:br/>
            <a:r>
              <a:t>명품을 손쉽게 소비하고</a:t>
            </a:r>
            <a:br/>
            <a:r>
              <a:t>차도 벤츠로 바꾸더라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내 목표는 벤츠, 월 순수익 1,000만원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명품을 손쉽게 소비하는 사람들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나도 저렇게 될 수 있을까?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목표: 월 순수익 1,000만원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벤츠 = 내 동기부여의 상징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자각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왜 돈을 벌어야 하는가?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여러분은 왜</a:t>
            </a:r>
            <a:br/>
            <a:r>
              <a:t>돈을 더 벌려고 하나요?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목표설정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월급받으면서 계속 생활하면?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지금 온라인 판매를 하게 된 이유는?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온라인 판매로 얼마까지 벌 건가요?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구체적 숫자로 목표를 세워라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MISSION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자각 미션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자각미션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0000"/>
                </a:solidFill>
                <a:latin typeface="맑은 고딕"/>
              </a:rPr>
              <a:t>📋 1주차 미션 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왜 돈을 벌어야 하나요?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돈을 번다면 얼마나 벌고 싶나요?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벌기 위해 어떤 걸 포기할 건가요?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최대한 솔직하게 작성하세요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판매방식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온라인 셀러의 3가지 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온라인 셀러</a:t>
            </a:r>
            <a:br/>
            <a:r>
              <a:t>판매방식 3가지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제조 vs 사입 vs 위탁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제조: 개발자 마인드 (특허, 아인슈타인)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사입: 독점권 (라이센스, 자본력)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위탁: 나 잘 팔아! 리스크 지기 싫어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위탁이</a:t>
            </a:r>
            <a:br/>
            <a:r>
              <a:t>가장 리스크 없고</a:t>
            </a:r>
            <a:br/>
            <a:r>
              <a:t>편하다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위탁판매의 본질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홈쇼핑, 플랫폼 = 위탁의 대표 사례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재고 부담 ZERO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판매와 마케팅에만 집중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리스크 없이 시작 가능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판매 6하원칙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누가, 언제, 어디서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누가 사는지</a:t>
            </a:r>
            <a:br/>
            <a:r>
              <a:t>언제 사는지</a:t>
            </a:r>
            <a:br/>
            <a:r>
              <a:t>어디서 사는지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판매 6하원칙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누가: 내 상품의 타겟 고객은?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언제: 시즌? 시간대? 상황?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어디서: 어떤 플랫폼? 어떤 채널?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이 3가지를 파악해야 판매가 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무엇을 팔아야 하는지</a:t>
            </a:r>
            <a:br/>
            <a:r>
              <a:t>어떻게 팔아야 하는지</a:t>
            </a:r>
            <a:br/>
            <a:r>
              <a:t>왜 사야 하는지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판매 6하원칙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무엇을: 어떤 상품을 선택할 것인가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어떻게: 마케팅 방법, 가격 전략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왜: 소비자가 내 상품을 사야 하는 이유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6가지를 모두 답할 수 있어야 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나만의 차별점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내 상품의 본질은</a:t>
            </a:r>
            <a:br/>
            <a:r>
              <a:t>무엇인가?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나만의 차별점 만들기 (USP)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USP = Unique Selling Proposition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내 상품만의 유일한 가치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권은비의 USP는?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차별점이 없으면 가격으로만 싸운다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이게 가장 중요해!</a:t>
            </a:r>
            <a:br/>
            <a:r>
              <a:t>→ 그게 중요한 게 아니야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소비자 간파하기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소비자가 '중요하다'고 말하는 것 ≠ 실제 구매 결정 요인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표면적 니즈 vs 진짜 니즈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그걸 간파해야 판매가 된다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예시를 통해 직접 체험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MISSION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매일 핵심가치 선포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매일 상품 1개</a:t>
            </a:r>
            <a:br/>
            <a:r>
              <a:t>핵심가치 선포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0000"/>
                </a:solidFill>
                <a:latin typeface="맑은 고딕"/>
              </a:rPr>
              <a:t>📋 1주차 미션 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세상의 모든 상품 중 1개를 골라라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그 상품의 가장 중요한 요소 1가지를 찾아라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매일 카톡으로 선포하세요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이 훈련이 판매력의 기본이 됩니다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돈되는 카피라이팅 —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에렌이 직접 상품 하나를 골라 시연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핵심가치를 어떻게 뽑아내는지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한 줄로 표현하는 연습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판매 수익화 구조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완벽하게 배워서 실행?</a:t>
            </a:r>
            <a:br/>
            <a:r>
              <a:t>NO!</a:t>
            </a:r>
            <a:br/>
            <a:r>
              <a:t>구조만 알고 바로 실행!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돈되는 판매 수익화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소비자가 → 도매가 → 수수료 → 순이익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마진 계산법을 숫자로 이해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구조를 알면 바로 실행 가능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완벽하게 배우려 하면 시작도 못 한다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실무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스마트스토어 개설 실습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스마트스토어 개설을</a:t>
            </a:r>
            <a:br/>
            <a:r>
              <a:t>지금 바로 합니다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스마트스토어 개설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사업자등록 → 스토어 가입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초기 세팅: 스토어명, 카테고리, 배송정보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화면 보면서 같이 진행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완벽하게 만들 필요 없다. 일단 열어라!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완벽하게 만들 필요 없다</a:t>
            </a:r>
            <a:br/>
            <a:r>
              <a:t>일단 열어라!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위탁 도매사이트 소싱법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도매사이트 소싱법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도매꾹 / 도매매 / 오너클랜 가입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잘 팔리는 상품 찾는 3가지 방법: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  1) 검색량 기반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  2) 트렌드 기반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  3) 시즌 기반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위탁 계약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도매처에 위탁 요청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판매가 / 도매가 / 배송비 확인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주문 발생 시 도매처가 직배송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재고 리스크 ZERO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MISSION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수익화 실행 미션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0000"/>
                </a:solidFill>
                <a:latin typeface="맑은 고딕"/>
              </a:rPr>
              <a:t>📋 1주차 미션 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수익화 구조를 바로 실행하기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배운 마진 계산법으로 직접 계산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상품 1개 선정 → 마진 시뮬레이션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0000"/>
                </a:solidFill>
                <a:latin typeface="맑은 고딕"/>
              </a:rPr>
              <a:t>📋 1주차 추가 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스토어 개설 스크린샷 인증 (D+3)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도매사이트 가입 + 상품 5개 찜 (D+5)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1주차 미션 요약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0000"/>
                </a:solidFill>
                <a:latin typeface="맑은 고딕"/>
              </a:rPr>
              <a:t>📋 1주차 전체 미션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미션1: 자각미션 — 왜 돈을 벌어야 하는지 솔직하게 작성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미션2: 매일 상품 1개 핵심가치 선포 (카톡)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미션3: 수익화 구조 실행 — 마진 시뮬레이션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추가: 스토어 개설 인증 (D+3)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추가: 도매사이트 가입 + 상품 5개 찜 (D+5)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다음 주에 만나요! 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
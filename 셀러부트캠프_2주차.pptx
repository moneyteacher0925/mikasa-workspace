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돈 버는 이유를 다시 짚어봅니다.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1주차에 세운 목표를 다시 상기시킵니다.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생활 수준의 변화를 시각적으로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구체적인 변화를 이야기하여 동기를 부여합니다.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수강생들의 자각미션을 피드백합니다.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위탁의 핵심 역량을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위탁판매로도 큰 매출이 가능한 구조를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이론이 아닌 실제 상품에 적용하는 복습입니다.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6하원칙 후반부를 실전 적용합니다.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핵심가치 선포 미션의 피드백입니다.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너무 많은 일을 하면 집중할 수 없다는 메시지입니다.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선택과 집중의 중요성을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동기부여의 중요성을 이야기합니다.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성공한 수강생들의 공통 패턴을 공유합니다.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손자병법의 핵심을 판매에 적용합니다.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시장 분석의 중요성을 손자병법으로 풀어냅니다.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사고력 트레이닝의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수강생의 실제 상품으로 즉석 실습합니다.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타겟에 따라 같은 상품의 소구점이 달라지는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마인드셋의 중요성을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실무 스킬보다 마인드셋이 먼저라는 메시지를 전달합니다.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키워드 리서치 실습을 시작합니다.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도구를 사용하면서 키워드를 찾는 방법을 알려줍니다.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상품 등록 실습입니다.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1개는 등록하고 간다는 목표로 진행합니다.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 목표를 명확히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경쟁자를 분석해서 내 차별점을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2주차 미션을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2주차를 마무리합니다.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FF0000"/>
                </a:solidFill>
                <a:latin typeface="맑은 고딕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사고력 트레이닝 &amp; 상품 등록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복습 &amp; 동기부여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얼마를 벌어야</a:t>
            </a:r>
            <a:br/>
            <a:r>
              <a:t>자유롭게 살 수 있을까?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돈 버는 이유 다시 짚기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자유로운 삶을 위한 최소 금액은?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월급만으로는 충분한가?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지금 이 자리에 앉아있는 이유를 떠올려라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신라모텔에서</a:t>
            </a:r>
            <a:br/>
            <a:r>
              <a:t>신라호텔로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월 1,000만원 벌면 벌어지는 현상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숙소가 모텔에서 호텔로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선택지가 늘어난다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돈이 자유를 만든다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미션 피드백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1주차 미션 1번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1주차 미션1번 피드백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수강생별 목표 리뷰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잘 쓴 예시 공유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진심 담긴 글 vs 대충 쓴 글 차이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솔직함이 성과를 만든다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위탁판매 =</a:t>
            </a:r>
            <a:br/>
            <a:r>
              <a:t>판매 + 마케팅</a:t>
            </a:r>
            <a:br/>
            <a:r>
              <a:t>잘해야 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리스크 없이 월 1억까지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위탁판매의 스케일링 가능성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재고 없이 월 1억 매출 구조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핵심은 판매력과 마케팅력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복습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판매 6하원칙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(복습) 판매 6하원칙 — 누가, 언제, 어디서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지난주 배운 6하원칙을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수강생 실제 상품에 적용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누가: 타겟 재정의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언제, 어디서: 채널과 타이밍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(복습) 판매 6하원칙 — 무엇을, 어떻게, 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소비자의 욕구를 파악하고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내 상품과 연결하는 훈련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왜 사야 하는지를 한 문장으로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미션 피드백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1주차 미션 2번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1주차 미션2번 피드백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수강생 제출물 분석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핵심 꿰뚫은 사례 vs 겉핥기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좋은 분석의 공통점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자각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집중의 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총량의 저주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판매 전문가가 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너무 많은 일 = 집중 불가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김치찌개 전문점 vs 분식집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하나에 집중해야 전문가가 된다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판매 전문가가 되어라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동기부여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동기부여(기름) 없으면</a:t>
            </a:r>
            <a:br/>
            <a:r>
              <a:t>앞으로 못 간다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월천 이상 번 수강생들의 공통점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목적이 명확하다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동기부여가 꾸준하다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기름이 떨어지면 차도 멈춘다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여러분의 기름은 무엇인가?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사고력 트레이닝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지피지기 백전불태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지피지기 백전불태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적의 사정을 알고 나의 사정을 알면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백번 싸워도 위태롭지 않다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경쟁자를 알고, 소비자를 알고, 나를 알아라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통찰 4단계</a:t>
            </a:r>
            <a:br/>
            <a:r>
              <a:t>실전 적용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통찰 4단계 실전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1인칭 → 전지적 참견 시점으로 전환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수강생 찜한 상품 5개로 즉석 실습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이 상품 사는 사람은 누구인가?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뭘 검색하고 왜 사는가?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맞춤형 상품 제안 — 다이어트약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타겟A: 뚱뚱 + 게으른 → 편한 방법 강조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타겟B: 결혼식 전 단기간 → 빠른 효과 강조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같은 상품도 타겟에 따라 마케팅이 달라진다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인지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마인드셋의 차이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똑같은 방법을 알려줘도</a:t>
            </a:r>
            <a:br/>
            <a:r>
              <a:t>수익이 다른 이유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마인드셋이 실무보다 중요한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같은 방법 → 월 300 vs 월 3,000 vs 월 3억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차이는 방법이 아니라 사람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여러분 자체를 바꿔야 성과가 바뀐다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실무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키워드 리서치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돈되는 키워드 찾기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키워드 리서치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네이버 검색광고 키워드도구 사용법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검색량 · 경쟁강도 보는 법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블루오션 키워드 기준 3가지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6하원칙의 '누가'를 키워드로 바꾸는 훈련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스마트스토어</a:t>
            </a:r>
            <a:br/>
            <a:r>
              <a:t>상품 등록 A to Z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상품 등록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카테고리 → 상품명 (상위노출 공식)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옵션 → 가격 (마진 역산)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대표이미지 설정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화면 보면서 같이 등록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오늘 1개는</a:t>
            </a:r>
            <a:br/>
            <a:r>
              <a:t>등록하고 간다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경쟁 상품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상위노출 상품 5개 뜯어보기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리뷰수 / 가격 / 배송 분석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상세페이지 / 키워드 분석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내가 이길 수 있는 포인트 찾기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2주차 미션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0000"/>
                </a:solidFill>
                <a:latin typeface="맑은 고딕"/>
              </a:rPr>
              <a:t>📋 2주차 미션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상품 1개 등록 완료 스크린샷 (D+3)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경쟁상품 3개 분석표 작성 (D+5)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매일 핵심가치 선포 계속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다음 주에 만나요! 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
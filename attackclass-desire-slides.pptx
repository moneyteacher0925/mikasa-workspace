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232"/>
                </a:solidFill>
                <a:latin typeface="S-Core Dream 7 ExtraBold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C832"/>
                </a:solidFill>
                <a:latin typeface="S-Core Dream 7 ExtraBold"/>
              </a:defRPr>
            </a:pPr>
            <a:r>
              <a:t>실제 판매 전략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-Core Dream 7 ExtraBold"/>
              </a:defRPr>
            </a:pPr>
            <a:r>
              <a:t>모든 것은 '욕구'에서 시작된다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C832"/>
                </a:solidFill>
                <a:latin typeface="S-Core Dream 7 ExtraBold"/>
              </a:defRPr>
            </a:pPr>
            <a:r>
              <a:t>세상의 모든 상품은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63232"/>
                </a:solidFill>
                <a:latin typeface="S-Core Dream 7 ExtraBold"/>
              </a:defRPr>
            </a:pPr>
            <a:r>
              <a:t>'욕구'로부터 시작됐다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-Core Dream 7 ExtraBold"/>
              </a:defRPr>
            </a:pPr>
            <a:r>
              <a:t>공룡만 있던 시대에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C832"/>
                </a:solidFill>
                <a:latin typeface="S-Core Dream 7 ExtraBold"/>
              </a:defRPr>
            </a:pPr>
            <a:r>
              <a:t>노트북도 없었고</a:t>
            </a:r>
          </a:p>
          <a:p>
            <a:pPr algn="ctr">
              <a:defRPr sz="4000" b="1">
                <a:solidFill>
                  <a:srgbClr val="FFC832"/>
                </a:solidFill>
                <a:latin typeface="S-Core Dream 7 ExtraBold"/>
              </a:defRPr>
            </a:pPr>
            <a:r>
              <a:t>자동차도 없었다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-Core Dream 7 ExtraBold"/>
              </a:defRPr>
            </a:pPr>
            <a:r>
              <a:t>어떠한 현상으로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-Core Dream 7 ExtraBold"/>
              </a:defRPr>
            </a:pPr>
            <a:r>
              <a:t>사람은 욕구를 갖게 되고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C832"/>
                </a:solidFill>
                <a:latin typeface="S-Core Dream 7 ExtraBold"/>
              </a:defRPr>
            </a:pPr>
            <a:r>
              <a:t>그걸 돈으로 교환하기 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232"/>
                </a:solidFill>
                <a:latin typeface="S-Core Dream 7 ExtraBold"/>
              </a:defRPr>
            </a:pPr>
            <a:r>
              <a:t>'상품'으로 바꾼 것뿐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-Core Dream 7 ExtraBold"/>
              </a:defRPr>
            </a:pPr>
            <a:r>
              <a:t>상품을 소싱할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32"/>
                </a:solidFill>
                <a:latin typeface="S-Core Dream 7 ExtraBold"/>
              </a:defRPr>
            </a:pPr>
            <a:r>
              <a:t>상품이 아닌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232"/>
                </a:solidFill>
                <a:latin typeface="S-Core Dream 7 ExtraBold"/>
              </a:defRPr>
            </a:pPr>
            <a:r>
              <a:t>'욕구'부터 생각하세요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-Core Dream 7 ExtraBold"/>
              </a:defRPr>
            </a:pPr>
            <a:r>
              <a:t>가장 좋은 출발점은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C832"/>
                </a:solidFill>
                <a:latin typeface="S-Core Dream 7 ExtraBold"/>
              </a:defRPr>
            </a:pPr>
            <a:r>
              <a:t>내가 겪은 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C832"/>
                </a:solidFill>
                <a:latin typeface="S-Core Dream 7 ExtraBold"/>
              </a:defRPr>
            </a:pPr>
            <a:r>
              <a:t>내가 느낀 욕구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-Core Dream 7 ExtraBold"/>
              </a:defRPr>
            </a:pPr>
            <a:r>
              <a:t>여기서부터 시작하면 더 좋다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4864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126480"/>
            <a:ext cx="9448495" cy="180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-Core Dream 7 ExtraBold"/>
              </a:defRPr>
            </a:pPr>
            <a:r>
              <a:t>욕구가 떠오르지 않는다면?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32"/>
                </a:solidFill>
                <a:latin typeface="S-Core Dream 7 ExtraBold"/>
              </a:defRPr>
            </a:pPr>
            <a:r>
              <a:t>욕구를 데이터화 해봐라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63232"/>
                </a:solidFill>
                <a:latin typeface="S-Core Dream 7 ExtraBold"/>
              </a:defRPr>
            </a:pPr>
            <a:r>
              <a:t>그게 바로 '키워드'다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S-Core Dream 7 ExtraBold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
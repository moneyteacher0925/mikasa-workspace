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0000"/>
                </a:solidFill>
                <a:latin typeface="에스코어 드림 7 ExtraBold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오프닝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FF0000"/>
                </a:solidFill>
                <a:latin typeface="에스코어 드림 7 ExtraBold"/>
              </a:rPr>
              <a:t>모텔비가 </a:t>
            </a:r>
            <a:r>
              <a:rPr sz="7200">
                <a:solidFill>
                  <a:srgbClr val="FFFFFF"/>
                </a:solidFill>
                <a:latin typeface="에스코어 드림 7 ExtraBold"/>
              </a:rPr>
              <a:t>아까워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에스코어 드림 7 ExtraBold"/>
              </a:rPr>
              <a:t>여자친구와 같이 있고 싶어도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에스코어 드림 7 ExtraBold"/>
              </a:rPr>
              <a:t>"일이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있다고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가봐야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했던 </a:t>
            </a:r>
            <a:r>
              <a:rPr sz="4800">
                <a:solidFill>
                  <a:srgbClr val="FF0000"/>
                </a:solidFill>
                <a:latin typeface="에스코어 드림 7 ExtraBold"/>
              </a:rPr>
              <a:t>청년"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돈이 없으면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이렇게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시간도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선택도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돈이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결정한다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야구선수로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실패한 </a:t>
            </a:r>
            <a:r>
              <a:rPr sz="6000">
                <a:solidFill>
                  <a:srgbClr val="FFFFFF"/>
                </a:solidFill>
                <a:latin typeface="에스코어 드림 7 ExtraBold"/>
              </a:rPr>
              <a:t>인생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집에서는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영양가 없는 포지션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뭘 해도 안 되는 느낌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에스코어 드림 7 ExtraBold"/>
              </a:rPr>
              <a:t>그래서 시작했습니다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0000"/>
                </a:solidFill>
                <a:latin typeface="에스코어 드림 7 ExtraBold"/>
              </a:rPr>
              <a:t>온라인 판매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인생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역전의 </a:t>
            </a:r>
            <a:r>
              <a:rPr sz="6000">
                <a:solidFill>
                  <a:srgbClr val="FFFFFF"/>
                </a:solidFill>
                <a:latin typeface="에스코어 드림 7 ExtraBold"/>
              </a:rPr>
              <a:t>시작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0000"/>
                </a:solidFill>
                <a:latin typeface="에스코어 드림 7 ExtraBold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동기부여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2살 많은 누나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명품을 손쉽게 소비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차도 벤츠로 바꿈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나도 </a:t>
            </a:r>
            <a:r>
              <a:rPr sz="6000">
                <a:solidFill>
                  <a:srgbClr val="FFFFFF"/>
                </a:solidFill>
                <a:latin typeface="에스코어 드림 7 ExtraBold"/>
              </a:rPr>
              <a:t>할 </a:t>
            </a:r>
            <a:r>
              <a:rPr sz="6000">
                <a:solidFill>
                  <a:srgbClr val="FFFFFF"/>
                </a:solidFill>
                <a:latin typeface="에스코어 드림 7 ExtraBold"/>
              </a:rPr>
              <a:t>수 </a:t>
            </a:r>
            <a:r>
              <a:rPr sz="6000">
                <a:solidFill>
                  <a:srgbClr val="FFFFFF"/>
                </a:solidFill>
                <a:latin typeface="에스코어 드림 7 ExtraBold"/>
              </a:rPr>
              <a:t>있겠다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내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0000"/>
                </a:solidFill>
                <a:latin typeface="에스코어 드림 7 ExtraBold"/>
              </a:rPr>
              <a:t>벤츠 + 월 순수익 1,000만원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0000"/>
                </a:solidFill>
                <a:latin typeface="에스코어 드림 7 ExtraBold"/>
              </a:rPr>
              <a:t>목표가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있으면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움직인다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0000"/>
                </a:solidFill>
                <a:latin typeface="에스코어 드림 7 ExtraBold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자각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여러분은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왜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돈을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더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벌려고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하나요?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월급받으면서 계속 생활하면?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FFFF"/>
                </a:solidFill>
                <a:latin typeface="에스코어 드림 7 ExtraBold"/>
              </a:rPr>
              <a:t>지금 그대로 5년 뒤를 상상해보세요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지금 </a:t>
            </a:r>
            <a:r>
              <a:rPr sz="4400">
                <a:solidFill>
                  <a:srgbClr val="FFFFFF"/>
                </a:solidFill>
                <a:latin typeface="에스코어 드림 7 ExtraBold"/>
              </a:rPr>
              <a:t>온라인 </a:t>
            </a:r>
            <a:r>
              <a:rPr sz="4400">
                <a:solidFill>
                  <a:srgbClr val="FFFFFF"/>
                </a:solidFill>
                <a:latin typeface="에스코어 드림 7 ExtraBold"/>
              </a:rPr>
              <a:t>판매를 </a:t>
            </a:r>
            <a:r>
              <a:rPr sz="4400">
                <a:solidFill>
                  <a:srgbClr val="FFFFFF"/>
                </a:solidFill>
                <a:latin typeface="에스코어 드림 7 ExtraBold"/>
              </a:rPr>
              <a:t>하게 </a:t>
            </a:r>
            <a:r>
              <a:rPr sz="4400">
                <a:solidFill>
                  <a:srgbClr val="FFFFFF"/>
                </a:solidFill>
                <a:latin typeface="에스코어 드림 7 ExtraBold"/>
              </a:rPr>
              <a:t>된 </a:t>
            </a:r>
            <a:r>
              <a:rPr sz="4400">
                <a:solidFill>
                  <a:srgbClr val="FF0000"/>
                </a:solidFill>
                <a:latin typeface="에스코어 드림 7 ExtraBold"/>
              </a:rPr>
              <a:t>이유는?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목표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온라인 판매로 얼마까지 벌 건가요?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목표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없이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시작하면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반드시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포기합니다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0000"/>
                </a:solidFill>
                <a:latin typeface="에스코어 드림 7 ExtraBold"/>
              </a:rPr>
              <a:t>🎯 MISSION</a:t>
            </a:r>
          </a:p>
          <a:p>
            <a:pPr algn="ctr"/>
            <a:r>
              <a:rPr sz="3600">
                <a:solidFill>
                  <a:srgbClr val="FFFFFF"/>
                </a:solidFill>
                <a:latin typeface="에스코어 드림 7 ExtraBold"/>
              </a:rPr>
              <a:t>자각 미션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2200000"/>
            <a:ext cx="9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왜 돈을 벌어야 하나요?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돈을 번다면 얼마나 벌고 싶나요?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벌기 위해 어떤 걸 포기할 수 있나요?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최대한 솔직하게 작성하기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카톡방에 인증하기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0000"/>
                </a:solidFill>
                <a:latin typeface="에스코어 드림 7 ExtraBold"/>
              </a:rPr>
              <a:t>솔직함이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시작입니다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0000"/>
                </a:solidFill>
                <a:latin typeface="에스코어 드림 7 ExtraBold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판매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온라인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셀러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판매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방식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3가지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제조 / 사입 / 위탁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800000"/>
            <a:ext cx="9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제조 = 개발자 (아인슈타인, 특허)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사입 = 독점권 (라이센스, 자본력)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0000"/>
                </a:solidFill>
                <a:latin typeface="에스코어 드림 7 ExtraBold"/>
              </a:rPr>
              <a:t>• 위탁 = 나 잘 팔아! 리스크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0000"/>
                </a:solidFill>
                <a:latin typeface="에스코어 드림 7 ExtraBold"/>
              </a:rPr>
              <a:t>위탁이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가장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리스크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없고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편하다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홈쇼핑도 위탁입니다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FFFF"/>
                </a:solidFill>
                <a:latin typeface="에스코어 드림 7 ExtraBold"/>
              </a:rPr>
              <a:t>플랫폼도 위탁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리스크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없이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시작하세요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0000"/>
                </a:solidFill>
                <a:latin typeface="에스코어 드림 7 ExtraBold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판매의 본질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에스코어 드림 7 ExtraBold"/>
              </a:rPr>
              <a:t>판매 </a:t>
            </a:r>
            <a:r>
              <a:rPr sz="6600">
                <a:solidFill>
                  <a:srgbClr val="FF0000"/>
                </a:solidFill>
                <a:latin typeface="에스코어 드림 7 ExtraBold"/>
              </a:rPr>
              <a:t>6하원칙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누가 / 언제 / 어디서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800000"/>
            <a:ext cx="9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내 상품을 누가 사는지 파악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언제 사는지 — 시즌, 타이밍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어디서 사는지 — 채널,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0000"/>
                </a:solidFill>
                <a:latin typeface="에스코어 드림 7 ExtraBold"/>
              </a:rPr>
              <a:t>타겟을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모르면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광고비만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날립니다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고객을 먼저 정의하라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그다음에 상품을 고른다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0000"/>
                </a:solidFill>
                <a:latin typeface="에스코어 드림 7 ExtraBold"/>
              </a:rPr>
              <a:t>누가,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언제,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어디서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무엇을 / 어떻게 / 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800000"/>
            <a:ext cx="9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무엇을 팔아야 하는지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어떻게 팔아야 하는지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소비자가 왜 사야 하는지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0000"/>
                </a:solidFill>
                <a:latin typeface="에스코어 드림 7 ExtraBold"/>
              </a:rPr>
              <a:t>왜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사야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하는지를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설명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못하면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안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팔린다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6하원칙을 외워라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판매의 모든 것이 여기에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0000"/>
                </a:solidFill>
                <a:latin typeface="에스코어 드림 7 ExtraBold"/>
              </a:rPr>
              <a:t>누가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언제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어디서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무엇을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어떻게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왜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  <a:latin typeface="에스코어 드림 7 ExtraBold"/>
              </a:rPr>
              <a:t>USP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  <a:latin typeface="에스코어 드림 7 ExtraBold"/>
              </a:rPr>
              <a:t>Unique Selling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0000"/>
                </a:solidFill>
                <a:latin typeface="에스코어 드림 7 ExtraBold"/>
              </a:rPr>
              <a:t>내 상품의 본질은?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권은비의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USP는?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본질을 꿰뚫어야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0000"/>
                </a:solidFill>
                <a:latin typeface="에스코어 드림 7 ExtraBold"/>
              </a:rPr>
              <a:t>판매가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에스코어 드림 7 ExtraBold"/>
              </a:rPr>
              <a:t>한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줄로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설명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못하면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아직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모르는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겁니다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이게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가장 </a:t>
            </a:r>
            <a:r>
              <a:rPr sz="6000">
                <a:solidFill>
                  <a:srgbClr val="FFFFFF"/>
                </a:solidFill>
                <a:latin typeface="에스코어 드림 7 ExtraBold"/>
              </a:rPr>
              <a:t>중요해!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→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그게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중요한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게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아니야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소비자가 생각하는 중요한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≠ 실제 구매 결정 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그걸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간파해야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판매가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된다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겉으로 보이는 니즈 vs 진짜 니즈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진짜를 찾아라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소비자도 </a:t>
            </a:r>
            <a:r>
              <a:rPr sz="4400">
                <a:solidFill>
                  <a:srgbClr val="FFFFFF"/>
                </a:solidFill>
                <a:latin typeface="에스코어 드림 7 ExtraBold"/>
              </a:rPr>
              <a:t>자기가 </a:t>
            </a:r>
            <a:r>
              <a:rPr sz="4400">
                <a:solidFill>
                  <a:srgbClr val="FF0000"/>
                </a:solidFill>
                <a:latin typeface="에스코어 드림 7 ExtraBold"/>
              </a:rPr>
              <a:t>왜 </a:t>
            </a:r>
            <a:r>
              <a:rPr sz="4400">
                <a:solidFill>
                  <a:srgbClr val="FFFFFF"/>
                </a:solidFill>
                <a:latin typeface="에스코어 드림 7 ExtraBold"/>
              </a:rPr>
              <a:t>사는지 </a:t>
            </a:r>
            <a:r>
              <a:rPr sz="4400">
                <a:solidFill>
                  <a:srgbClr val="FFFFFF"/>
                </a:solidFill>
                <a:latin typeface="에스코어 드림 7 ExtraBold"/>
              </a:rPr>
              <a:t>모른다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0000"/>
                </a:solidFill>
                <a:latin typeface="에스코어 드림 7 ExtraBold"/>
              </a:rPr>
              <a:t>🎯 MISSION</a:t>
            </a:r>
          </a:p>
          <a:p>
            <a:pPr algn="ctr"/>
            <a:r>
              <a:rPr sz="3600">
                <a:solidFill>
                  <a:srgbClr val="FFFFFF"/>
                </a:solidFill>
                <a:latin typeface="에스코어 드림 7 ExtraBold"/>
              </a:rPr>
              <a:t>매일 상품 1개 핵심가치 선포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2200000"/>
            <a:ext cx="9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세상 모든 상품 중 1개를 골라라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가장 중요한 요소 1가지를 찾아라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매일 카톡으로 선포하세요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짧고 강하게 — 한 줄로!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매일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하나씩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눈이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달라집니다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미션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예시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에렌이 직접 보여드립니다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FFFF"/>
                </a:solidFill>
                <a:latin typeface="에스코어 드림 7 ExtraBold"/>
              </a:rPr>
              <a:t>상품 하나를 골라 핵심가치를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에스코어 드림 7 ExtraBold"/>
              </a:rPr>
              <a:t>이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상품의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핵심가치는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단 </a:t>
            </a:r>
            <a:r>
              <a:rPr sz="4800">
                <a:solidFill>
                  <a:srgbClr val="FFFFFF"/>
                </a:solidFill>
                <a:latin typeface="에스코어 드림 7 ExtraBold"/>
              </a:rPr>
              <a:t>하나입니다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핵심을 꿰뚫는 연습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매일 하면 실력이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0000"/>
                </a:solidFill>
                <a:latin typeface="에스코어 드림 7 ExtraBold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수익화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완벽하게 배워서 실행?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NO!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구조만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알고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바로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실행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수익화 공식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800000"/>
            <a:ext cx="9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소비자가 (판매가)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- 도매가 (원가)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- 수수료 (플랫폼)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= 순이익 (내 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마진 계산법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0000"/>
                </a:solidFill>
                <a:latin typeface="에스코어 드림 7 ExtraBold"/>
              </a:rPr>
              <a:t>판매가 - 도매가 - 수수료 = 순이익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계산할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줄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알면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바로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시작할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수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0000"/>
                </a:solidFill>
                <a:latin typeface="에스코어 드림 7 ExtraBold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스마트스토어 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에스코어 드림 7 ExtraBold"/>
              </a:rPr>
              <a:t>지금 </a:t>
            </a:r>
            <a:r>
              <a:rPr sz="6600">
                <a:solidFill>
                  <a:srgbClr val="FFFFFF"/>
                </a:solidFill>
                <a:latin typeface="에스코어 드림 7 ExtraBold"/>
              </a:rPr>
              <a:t>바로 </a:t>
            </a:r>
            <a:r>
              <a:rPr sz="6600">
                <a:solidFill>
                  <a:srgbClr val="FFFFFF"/>
                </a:solidFill>
                <a:latin typeface="에스코어 드림 7 ExtraBold"/>
              </a:rPr>
              <a:t>합니다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스토어 개설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800000"/>
            <a:ext cx="9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사업자등록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스마트스토어 가입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초기 세팅 (스토어명, 카테고리, 배송정보)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화면 보면서 같이 진행!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에스코어 드림 7 ExtraBold"/>
              </a:rPr>
              <a:t>완벽하게 만들 필요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FFFFFF"/>
                </a:solidFill>
                <a:latin typeface="에스코어 드림 7 ExtraBold"/>
              </a:rPr>
              <a:t>일단 </a:t>
            </a:r>
            <a:r>
              <a:rPr sz="7200">
                <a:solidFill>
                  <a:srgbClr val="FF0000"/>
                </a:solidFill>
                <a:latin typeface="에스코어 드림 7 ExtraBold"/>
              </a:rPr>
              <a:t>열어라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같이 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화면 공유하면서 실시간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위탁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소싱법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도매사이트 가입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800000"/>
            <a:ext cx="9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도매꾹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도매매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오너클랜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에스코어 드림 7 ExtraBold"/>
              </a:rPr>
              <a:t>잘 팔리는 상품 찾는 3가지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800000"/>
            <a:ext cx="9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검색량 — 사람들이 뭘 찾는지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트렌드 — 지금 뜨는 게 뭔지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• 시즌 — 계절/이벤트 맞춤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위탁 계약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000"/>
            <a:ext cx="10515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0000"/>
                </a:solidFill>
                <a:latin typeface="에스코어 드림 7 ExtraBold"/>
              </a:rPr>
              <a:t>상품 선택 → 계약 → 등록 → 판매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에스코어 드림 7 ExtraBold"/>
              </a:rPr>
              <a:t>소싱이 </a:t>
            </a:r>
            <a:r>
              <a:rPr sz="6000">
                <a:solidFill>
                  <a:srgbClr val="FF0000"/>
                </a:solidFill>
                <a:latin typeface="에스코어 드림 7 ExtraBold"/>
              </a:rPr>
              <a:t>반이다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0000"/>
                </a:solidFill>
                <a:latin typeface="에스코어 드림 7 ExtraBold"/>
              </a:rPr>
              <a:t>🎯 MISSION</a:t>
            </a:r>
          </a:p>
          <a:p>
            <a:pPr algn="ctr"/>
            <a:r>
              <a:rPr sz="3600">
                <a:solidFill>
                  <a:srgbClr val="FFFFFF"/>
                </a:solidFill>
                <a:latin typeface="에스코어 드림 7 ExtraBold"/>
              </a:rPr>
              <a:t>판매 수익화 실행 미션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2200000"/>
            <a:ext cx="9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수익화 구조 직접 계산해보기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상품 1개 골라 마진 계산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판매가 - 도매가 - 수수료 = ?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카톡방에 인증!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FFFFFF"/>
                </a:solidFill>
                <a:latin typeface="에스코어 드림 7 ExtraBold"/>
              </a:rPr>
              <a:t>계산해봐야 </a:t>
            </a:r>
            <a:r>
              <a:rPr sz="5000">
                <a:solidFill>
                  <a:srgbClr val="FF0000"/>
                </a:solidFill>
                <a:latin typeface="에스코어 드림 7 ExtraBold"/>
              </a:rPr>
              <a:t>감이 </a:t>
            </a:r>
            <a:r>
              <a:rPr sz="5000">
                <a:solidFill>
                  <a:srgbClr val="FFFFFF"/>
                </a:solidFill>
                <a:latin typeface="에스코어 드림 7 ExtraBold"/>
              </a:rPr>
              <a:t>옵니다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0000"/>
                </a:solidFill>
                <a:latin typeface="에스코어 드림 7 ExtraBold"/>
              </a:rPr>
              <a:t>🎯 MISSION</a:t>
            </a:r>
          </a:p>
          <a:p>
            <a:pPr algn="ctr"/>
            <a:r>
              <a:rPr sz="3600">
                <a:solidFill>
                  <a:srgbClr val="FFFFFF"/>
                </a:solidFill>
                <a:latin typeface="에스코어 드림 7 ExtraBold"/>
              </a:rPr>
              <a:t>스토어 개설 + 소싱 인증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2200000"/>
            <a:ext cx="9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스토어 개설 스크린샷 인증 (D+3)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도매사이트 가입 인증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상품 5개 찜하기 (D+5)</a:t>
            </a:r>
          </a:p>
          <a:p>
            <a:pPr algn="l">
              <a:spcAft>
                <a:spcPts val="1400"/>
              </a:spcAft>
            </a:pPr>
            <a:r>
              <a:rPr sz="2800">
                <a:solidFill>
                  <a:srgbClr val="FFFFFF"/>
                </a:solidFill>
                <a:latin typeface="에스코어 드림 7 ExtraBold"/>
              </a:rPr>
              <a:t>☐ 카톡방에 인증!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>
                <a:solidFill>
                  <a:srgbClr val="FF0000"/>
                </a:solidFill>
                <a:latin typeface="에스코어 드림 7 ExtraBold"/>
              </a:rPr>
              <a:t>실행이 </a:t>
            </a:r>
            <a:r>
              <a:rPr sz="6600">
                <a:solidFill>
                  <a:srgbClr val="FFFFFF"/>
                </a:solidFill>
                <a:latin typeface="에스코어 드림 7 ExtraBold"/>
              </a:rPr>
              <a:t>답이다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>
                <a:solidFill>
                  <a:srgbClr val="FFFFFF"/>
                </a:solidFill>
                <a:latin typeface="에스코어 드림 7 ExtraBold"/>
              </a:rPr>
              <a:t>1주차 </a:t>
            </a:r>
            <a:r>
              <a:rPr sz="5400">
                <a:solidFill>
                  <a:srgbClr val="FF0000"/>
                </a:solidFill>
                <a:latin typeface="에스코어 드림 7 ExtraBold"/>
              </a:rPr>
              <a:t>끝!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다음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주에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봅시다 </a:t>
            </a:r>
            <a:r>
              <a:rPr sz="5400">
                <a:solidFill>
                  <a:srgbClr val="FFFFFF"/>
                </a:solidFill>
                <a:latin typeface="에스코어 드림 7 ExtraBold"/>
              </a:rPr>
              <a:t>🔥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7921" y="6179288"/>
            <a:ext cx="15792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에스코어 드림 7 ExtraBold"/>
              </a:rPr>
              <a:t>셀러 부트캠프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